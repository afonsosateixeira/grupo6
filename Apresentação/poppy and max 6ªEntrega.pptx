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League Spartan" panose="020B0604020202020204" charset="0"/>
      <p:regular r:id="rId7"/>
    </p:embeddedFont>
    <p:embeddedFont>
      <p:font typeface="Open Sans 1" panose="020B0604020202020204" charset="0"/>
      <p:regular r:id="rId8"/>
    </p:embeddedFont>
    <p:embeddedFont>
      <p:font typeface="Open Sans 1 Bold" panose="020B0604020202020204" charset="0"/>
      <p:regular r:id="rId9"/>
    </p:embeddedFont>
    <p:embeddedFont>
      <p:font typeface="Open Sans 2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6142" y="6822041"/>
            <a:ext cx="4750268" cy="317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endParaRPr/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2025178491- Afonso Teixeira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2025182402 - Diogo Azevedo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2025115671 - Francisco Martins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2025163132 - Gonçalo Estrelado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2025140801 - Hugo Giroto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2016112775 - Rúben Reis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55285" y="433524"/>
            <a:ext cx="6230491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Tesp Desenvolvimento Web e Multimédia 03/06/2026</a:t>
            </a:r>
          </a:p>
          <a:p>
            <a:pPr algn="r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067022" y="3994204"/>
            <a:ext cx="4153957" cy="2298591"/>
          </a:xfrm>
          <a:custGeom>
            <a:avLst/>
            <a:gdLst/>
            <a:ahLst/>
            <a:cxnLst/>
            <a:rect l="l" t="t" r="r" b="b"/>
            <a:pathLst>
              <a:path w="4153957" h="2298591">
                <a:moveTo>
                  <a:pt x="0" y="0"/>
                </a:moveTo>
                <a:lnTo>
                  <a:pt x="4153956" y="0"/>
                </a:lnTo>
                <a:lnTo>
                  <a:pt x="4153956" y="2298592"/>
                </a:lnTo>
                <a:lnTo>
                  <a:pt x="0" y="2298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9144000" y="1965021"/>
            <a:ext cx="214547" cy="6356958"/>
          </a:xfrm>
          <a:custGeom>
            <a:avLst/>
            <a:gdLst/>
            <a:ahLst/>
            <a:cxnLst/>
            <a:rect l="l" t="t" r="r" b="b"/>
            <a:pathLst>
              <a:path w="214547" h="6356958">
                <a:moveTo>
                  <a:pt x="0" y="0"/>
                </a:moveTo>
                <a:lnTo>
                  <a:pt x="214547" y="0"/>
                </a:lnTo>
                <a:lnTo>
                  <a:pt x="21454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79367" y="4723130"/>
            <a:ext cx="2470751" cy="755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Agenda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168920" y="5447884"/>
            <a:ext cx="3847383" cy="546735"/>
            <a:chOff x="0" y="0"/>
            <a:chExt cx="5129844" cy="728980"/>
          </a:xfrm>
        </p:grpSpPr>
        <p:sp>
          <p:nvSpPr>
            <p:cNvPr id="7" name="TextBox 7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11344" y="87631"/>
              <a:ext cx="4218500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Formulários 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10" name="Group 10"/>
          <p:cNvGrpSpPr/>
          <p:nvPr/>
        </p:nvGrpSpPr>
        <p:grpSpPr>
          <a:xfrm>
            <a:off x="10168920" y="4273331"/>
            <a:ext cx="3847383" cy="871537"/>
            <a:chOff x="0" y="0"/>
            <a:chExt cx="5129844" cy="116205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1344" y="87631"/>
              <a:ext cx="4218500" cy="10744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Planeamento e atribuição de tarefas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051300" y="2102022"/>
            <a:ext cx="10185400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Planeamento e atribuição de tarefas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3412827" y="3149819"/>
            <a:ext cx="11462346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grpSp>
        <p:nvGrpSpPr>
          <p:cNvPr id="6" name="Group 6"/>
          <p:cNvGrpSpPr/>
          <p:nvPr/>
        </p:nvGrpSpPr>
        <p:grpSpPr>
          <a:xfrm>
            <a:off x="1526523" y="3440331"/>
            <a:ext cx="4705544" cy="2658562"/>
            <a:chOff x="0" y="0"/>
            <a:chExt cx="6274059" cy="3544749"/>
          </a:xfrm>
        </p:grpSpPr>
        <p:sp>
          <p:nvSpPr>
            <p:cNvPr id="7" name="TextBox 7"/>
            <p:cNvSpPr txBox="1"/>
            <p:nvPr/>
          </p:nvSpPr>
          <p:spPr>
            <a:xfrm>
              <a:off x="1684024" y="-66675"/>
              <a:ext cx="2663195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Afonso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40826"/>
              <a:ext cx="6274059" cy="2603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1 formulário de edição na Base de Dados, apagar dados da base de dados e Testes de Usabilidade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10" name="Group 10"/>
          <p:cNvGrpSpPr/>
          <p:nvPr/>
        </p:nvGrpSpPr>
        <p:grpSpPr>
          <a:xfrm>
            <a:off x="6609414" y="3440331"/>
            <a:ext cx="4778039" cy="2658562"/>
            <a:chOff x="0" y="0"/>
            <a:chExt cx="6370718" cy="3544749"/>
          </a:xfrm>
        </p:grpSpPr>
        <p:sp>
          <p:nvSpPr>
            <p:cNvPr id="11" name="TextBox 11"/>
            <p:cNvSpPr txBox="1"/>
            <p:nvPr/>
          </p:nvSpPr>
          <p:spPr>
            <a:xfrm>
              <a:off x="1709968" y="-66675"/>
              <a:ext cx="2704224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Diogo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40826"/>
              <a:ext cx="6370718" cy="2603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1 formulário de edição na Base de Dados, apagar dados da base de dados e Testes de Usabilidade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768453" y="3440331"/>
            <a:ext cx="4778039" cy="2658562"/>
            <a:chOff x="0" y="0"/>
            <a:chExt cx="6370718" cy="3544749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66675"/>
              <a:ext cx="6370718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Francisco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40826"/>
              <a:ext cx="6370718" cy="2603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1 formulário de edição na Base de Dados, apagar dados da base de dados e Testes de Usabilidade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6523" y="6599738"/>
            <a:ext cx="4778039" cy="2658562"/>
            <a:chOff x="0" y="0"/>
            <a:chExt cx="6370718" cy="3544749"/>
          </a:xfrm>
        </p:grpSpPr>
        <p:sp>
          <p:nvSpPr>
            <p:cNvPr id="17" name="TextBox 17"/>
            <p:cNvSpPr txBox="1"/>
            <p:nvPr/>
          </p:nvSpPr>
          <p:spPr>
            <a:xfrm>
              <a:off x="1709968" y="-66675"/>
              <a:ext cx="2704224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Gonçalo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40826"/>
              <a:ext cx="6370718" cy="2603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1 formulário de edição na Base de Dados, apagar dados da base de dados e Testes de Usabilidade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09414" y="6599738"/>
            <a:ext cx="4778039" cy="2658562"/>
            <a:chOff x="0" y="0"/>
            <a:chExt cx="6370718" cy="3544749"/>
          </a:xfrm>
        </p:grpSpPr>
        <p:sp>
          <p:nvSpPr>
            <p:cNvPr id="20" name="TextBox 20"/>
            <p:cNvSpPr txBox="1"/>
            <p:nvPr/>
          </p:nvSpPr>
          <p:spPr>
            <a:xfrm>
              <a:off x="1709968" y="-66675"/>
              <a:ext cx="2704224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Hugo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40826"/>
              <a:ext cx="6370718" cy="2603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1 formulário de edição na Base de Dados, apagar dados da base de dados e Testes de Usabilidade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768453" y="6599738"/>
            <a:ext cx="4778039" cy="2658562"/>
            <a:chOff x="0" y="0"/>
            <a:chExt cx="6370718" cy="3544749"/>
          </a:xfrm>
        </p:grpSpPr>
        <p:sp>
          <p:nvSpPr>
            <p:cNvPr id="23" name="TextBox 23"/>
            <p:cNvSpPr txBox="1"/>
            <p:nvPr/>
          </p:nvSpPr>
          <p:spPr>
            <a:xfrm>
              <a:off x="1709968" y="-66675"/>
              <a:ext cx="2704224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Rúben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40826"/>
              <a:ext cx="6370718" cy="2603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1 formulário de edição na Base de Dados, apagar dados da base de dados e Testes de Usabilidade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63891" y="4509452"/>
            <a:ext cx="5560219" cy="114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37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Formulários </a:t>
            </a:r>
          </a:p>
        </p:txBody>
      </p:sp>
      <p:sp>
        <p:nvSpPr>
          <p:cNvPr id="6" name="AutoShape 6"/>
          <p:cNvSpPr/>
          <p:nvPr/>
        </p:nvSpPr>
        <p:spPr>
          <a:xfrm>
            <a:off x="4882725" y="5696585"/>
            <a:ext cx="8522550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7" name="AutoShape 7"/>
          <p:cNvSpPr/>
          <p:nvPr/>
        </p:nvSpPr>
        <p:spPr>
          <a:xfrm>
            <a:off x="5255282" y="6000939"/>
            <a:ext cx="7777437" cy="0"/>
          </a:xfrm>
          <a:prstGeom prst="line">
            <a:avLst/>
          </a:prstGeom>
          <a:ln w="85725" cap="rnd">
            <a:solidFill>
              <a:srgbClr val="DAAA1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57304" y="4466590"/>
            <a:ext cx="8630096" cy="1161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379"/>
              </a:lnSpc>
              <a:spcBef>
                <a:spcPct val="0"/>
              </a:spcBef>
            </a:pPr>
            <a:r>
              <a:rPr lang="en-US" sz="669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Dúvidas</a:t>
            </a:r>
            <a:r>
              <a:rPr lang="en-US" sz="66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 </a:t>
            </a:r>
            <a:r>
              <a:rPr lang="en-US" sz="669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Questões</a:t>
            </a:r>
            <a:endParaRPr lang="en-US" sz="66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857304" y="5653723"/>
            <a:ext cx="8522550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AutoShape 6"/>
          <p:cNvSpPr/>
          <p:nvPr/>
        </p:nvSpPr>
        <p:spPr>
          <a:xfrm>
            <a:off x="5255282" y="6000939"/>
            <a:ext cx="7777437" cy="0"/>
          </a:xfrm>
          <a:prstGeom prst="line">
            <a:avLst/>
          </a:prstGeom>
          <a:ln w="85725" cap="rnd">
            <a:solidFill>
              <a:srgbClr val="DAAA1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172</Words>
  <Application>Microsoft Office PowerPoint</Application>
  <PresentationFormat>Personalizados</PresentationFormat>
  <Paragraphs>33</Paragraphs>
  <Slides>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12" baseType="lpstr">
      <vt:lpstr>Open Sans 1 Bold</vt:lpstr>
      <vt:lpstr>Arial</vt:lpstr>
      <vt:lpstr>Open Sans 2</vt:lpstr>
      <vt:lpstr>Calibri</vt:lpstr>
      <vt:lpstr>League Spartan</vt:lpstr>
      <vt:lpstr>Open Sans 1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O cantinho do Stootchy</dc:title>
  <cp:lastModifiedBy>Diogo Azevedo</cp:lastModifiedBy>
  <cp:revision>2</cp:revision>
  <dcterms:created xsi:type="dcterms:W3CDTF">2006-08-16T00:00:00Z</dcterms:created>
  <dcterms:modified xsi:type="dcterms:W3CDTF">2026-06-02T13:20:50Z</dcterms:modified>
  <dc:identifier>DAHEs2Lq9JY</dc:identifier>
</cp:coreProperties>
</file>