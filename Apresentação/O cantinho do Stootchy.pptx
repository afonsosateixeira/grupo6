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rial Bold" panose="020B0604020202020204" charset="0"/>
      <p:regular r:id="rId14"/>
    </p:embeddedFont>
    <p:embeddedFont>
      <p:font typeface="Open Sans" panose="020B0606030504020204" pitchFamily="3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1138" y="26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4248096" cy="1184157"/>
          </a:xfrm>
          <a:custGeom>
            <a:avLst/>
            <a:gdLst/>
            <a:ahLst/>
            <a:cxnLst/>
            <a:rect l="l" t="t" r="r" b="b"/>
            <a:pathLst>
              <a:path w="4248096" h="1184157">
                <a:moveTo>
                  <a:pt x="0" y="0"/>
                </a:moveTo>
                <a:lnTo>
                  <a:pt x="4248096" y="0"/>
                </a:lnTo>
                <a:lnTo>
                  <a:pt x="4248096" y="1184157"/>
                </a:lnTo>
                <a:lnTo>
                  <a:pt x="0" y="11841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TextBox 3"/>
          <p:cNvSpPr txBox="1"/>
          <p:nvPr/>
        </p:nvSpPr>
        <p:spPr>
          <a:xfrm>
            <a:off x="6279832" y="3176651"/>
            <a:ext cx="5728335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 cantinho do Stootchy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39193" y="5795010"/>
            <a:ext cx="6656411" cy="346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Realizado por:</a:t>
            </a:r>
          </a:p>
          <a:p>
            <a:pPr algn="l">
              <a:lnSpc>
                <a:spcPts val="3900"/>
              </a:lnSpc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2025178491- Afonso Teixeira</a:t>
            </a:r>
          </a:p>
          <a:p>
            <a:pPr algn="l">
              <a:lnSpc>
                <a:spcPts val="3900"/>
              </a:lnSpc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2025182402 - Diogo Azevedo</a:t>
            </a:r>
          </a:p>
          <a:p>
            <a:pPr algn="l">
              <a:lnSpc>
                <a:spcPts val="3900"/>
              </a:lnSpc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2025115671 - Francisco Martins</a:t>
            </a:r>
          </a:p>
          <a:p>
            <a:pPr algn="l">
              <a:lnSpc>
                <a:spcPts val="3900"/>
              </a:lnSpc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2025163132 - Gonçalo Estrelado</a:t>
            </a:r>
          </a:p>
          <a:p>
            <a:pPr algn="l">
              <a:lnSpc>
                <a:spcPts val="3900"/>
              </a:lnSpc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2025140801 - Hugo Giroto</a:t>
            </a:r>
          </a:p>
          <a:p>
            <a:pPr algn="l">
              <a:lnSpc>
                <a:spcPts val="3900"/>
              </a:lnSpc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2016112775 - Rúben Reis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25962" y="1691700"/>
            <a:ext cx="1467776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Índice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1212" y="2874083"/>
            <a:ext cx="10291817" cy="1977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Planeamento e atribuição de tarefas;</a:t>
            </a:r>
          </a:p>
          <a:p>
            <a:pPr marL="561341" lvl="1" indent="-280670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Publico alvo;</a:t>
            </a:r>
          </a:p>
          <a:p>
            <a:pPr marL="561341" lvl="1" indent="-280670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Personas (de cada membro do grupo);</a:t>
            </a:r>
          </a:p>
          <a:p>
            <a:pPr marL="561341" lvl="1" indent="-280670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Landing page (de cada membro do grupo).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615316" y="2270137"/>
            <a:ext cx="1478423" cy="148637"/>
            <a:chOff x="0" y="0"/>
            <a:chExt cx="230743" cy="231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0743" cy="23198"/>
            </a:xfrm>
            <a:custGeom>
              <a:avLst/>
              <a:gdLst/>
              <a:ahLst/>
              <a:cxnLst/>
              <a:rect l="l" t="t" r="r" b="b"/>
              <a:pathLst>
                <a:path w="230743" h="23198">
                  <a:moveTo>
                    <a:pt x="0" y="0"/>
                  </a:moveTo>
                  <a:lnTo>
                    <a:pt x="230743" y="0"/>
                  </a:lnTo>
                  <a:lnTo>
                    <a:pt x="230743" y="23198"/>
                  </a:lnTo>
                  <a:lnTo>
                    <a:pt x="0" y="23198"/>
                  </a:lnTo>
                  <a:close/>
                </a:path>
              </a:pathLst>
            </a:custGeom>
            <a:solidFill>
              <a:srgbClr val="DAAA15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30743" cy="70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39116" y="1655481"/>
            <a:ext cx="8900284" cy="6553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Planeamento</a:t>
            </a:r>
            <a:r>
              <a:rPr lang="en-US" sz="39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e </a:t>
            </a:r>
            <a:r>
              <a:rPr lang="en-US" sz="3999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atribuição</a:t>
            </a:r>
            <a:r>
              <a:rPr lang="en-US" sz="39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de </a:t>
            </a:r>
            <a:r>
              <a:rPr lang="en-US" sz="3999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tarefas</a:t>
            </a:r>
            <a:endParaRPr lang="en-US" sz="3999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1212" y="2874083"/>
            <a:ext cx="10291817" cy="346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Afonso Teixeira - </a:t>
            </a:r>
            <a:r>
              <a:rPr lang="en-US" sz="2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Logotipos</a:t>
            </a: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Wireframes, 5 </a:t>
            </a:r>
            <a:r>
              <a:rPr lang="en-US" sz="2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páginas</a:t>
            </a: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(HTML, CSS).</a:t>
            </a:r>
          </a:p>
          <a:p>
            <a:pPr algn="l">
              <a:lnSpc>
                <a:spcPts val="3900"/>
              </a:lnSpc>
            </a:pP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Diogo Azevedo -</a:t>
            </a:r>
            <a:r>
              <a:rPr lang="en-US" sz="2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Logotipos</a:t>
            </a: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Wireframes, 5 </a:t>
            </a:r>
            <a:r>
              <a:rPr lang="en-US" sz="2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páginas</a:t>
            </a: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(HTML, CSS) e </a:t>
            </a:r>
            <a:r>
              <a:rPr lang="en-US" sz="2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apresentação</a:t>
            </a: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>
              <a:lnSpc>
                <a:spcPts val="3900"/>
              </a:lnSpc>
            </a:pP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Francisco Martins- </a:t>
            </a:r>
            <a:r>
              <a:rPr lang="en-US" sz="2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Logotipos</a:t>
            </a: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Wireframes, 5 </a:t>
            </a:r>
            <a:r>
              <a:rPr lang="en-US" sz="2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páginas</a:t>
            </a: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(HTML, CSS).</a:t>
            </a:r>
          </a:p>
          <a:p>
            <a:pPr algn="l">
              <a:lnSpc>
                <a:spcPts val="3900"/>
              </a:lnSpc>
            </a:pP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Gonçalo </a:t>
            </a:r>
            <a:r>
              <a:rPr lang="en-US" sz="2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Estrelado</a:t>
            </a: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en-US" sz="2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Logotipos</a:t>
            </a: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Wireframes, 5 </a:t>
            </a:r>
            <a:r>
              <a:rPr lang="en-US" sz="2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páginas</a:t>
            </a: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(HTML, CSS).</a:t>
            </a:r>
          </a:p>
          <a:p>
            <a:pPr algn="l">
              <a:lnSpc>
                <a:spcPts val="3900"/>
              </a:lnSpc>
            </a:pP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Hugo </a:t>
            </a:r>
            <a:r>
              <a:rPr lang="en-US" sz="2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Giroto</a:t>
            </a: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en-US" sz="2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Logotipos</a:t>
            </a: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Wireframes, 5 </a:t>
            </a:r>
            <a:r>
              <a:rPr lang="en-US" sz="2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páginas</a:t>
            </a: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(HTML, CSS).</a:t>
            </a:r>
          </a:p>
          <a:p>
            <a:pPr algn="l">
              <a:lnSpc>
                <a:spcPts val="3900"/>
              </a:lnSpc>
            </a:pP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Rúben Reis - </a:t>
            </a:r>
            <a:r>
              <a:rPr lang="en-US" sz="2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Logotipos</a:t>
            </a: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Wireframes, 5 </a:t>
            </a:r>
            <a:r>
              <a:rPr lang="en-US" sz="2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páginas</a:t>
            </a: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(HTML, CSS).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615316" y="2270137"/>
            <a:ext cx="8694208" cy="148637"/>
            <a:chOff x="0" y="0"/>
            <a:chExt cx="1356938" cy="231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56938" cy="23198"/>
            </a:xfrm>
            <a:custGeom>
              <a:avLst/>
              <a:gdLst/>
              <a:ahLst/>
              <a:cxnLst/>
              <a:rect l="l" t="t" r="r" b="b"/>
              <a:pathLst>
                <a:path w="1356938" h="23198">
                  <a:moveTo>
                    <a:pt x="0" y="0"/>
                  </a:moveTo>
                  <a:lnTo>
                    <a:pt x="1356938" y="0"/>
                  </a:lnTo>
                  <a:lnTo>
                    <a:pt x="1356938" y="23198"/>
                  </a:lnTo>
                  <a:lnTo>
                    <a:pt x="0" y="23198"/>
                  </a:lnTo>
                  <a:close/>
                </a:path>
              </a:pathLst>
            </a:custGeom>
            <a:solidFill>
              <a:srgbClr val="DAAA15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356938" cy="70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15316" y="1665006"/>
            <a:ext cx="2991776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Publico alvo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15316" y="2767587"/>
            <a:ext cx="6656411" cy="5444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 a 45 (Famílias)</a:t>
            </a:r>
          </a:p>
          <a:p>
            <a:pPr algn="l">
              <a:lnSpc>
                <a:spcPts val="3900"/>
              </a:lnSpc>
            </a:pPr>
            <a:endParaRPr lang="en-US"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900"/>
              </a:lnSpc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Nível econômico - Médio</a:t>
            </a:r>
          </a:p>
          <a:p>
            <a:pPr algn="l">
              <a:lnSpc>
                <a:spcPts val="3900"/>
              </a:lnSpc>
            </a:pPr>
            <a:endParaRPr lang="en-US"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900"/>
              </a:lnSpc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Nível cultural - Médio</a:t>
            </a:r>
          </a:p>
          <a:p>
            <a:pPr algn="l">
              <a:lnSpc>
                <a:spcPts val="3900"/>
              </a:lnSpc>
            </a:pPr>
            <a:endParaRPr lang="en-US"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900"/>
              </a:lnSpc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Nível geografia - Portugal</a:t>
            </a:r>
          </a:p>
          <a:p>
            <a:pPr algn="l">
              <a:lnSpc>
                <a:spcPts val="3900"/>
              </a:lnSpc>
            </a:pPr>
            <a:endParaRPr lang="en-US"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900"/>
              </a:lnSpc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Características:</a:t>
            </a:r>
          </a:p>
          <a:p>
            <a:pPr algn="l">
              <a:lnSpc>
                <a:spcPts val="3900"/>
              </a:lnSpc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Carinhosas, afetuosas, pessoas da cidade</a:t>
            </a:r>
          </a:p>
          <a:p>
            <a:pPr algn="l">
              <a:lnSpc>
                <a:spcPts val="3900"/>
              </a:lnSpc>
            </a:pPr>
            <a:endParaRPr lang="en-US"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615316" y="2279662"/>
            <a:ext cx="2991776" cy="148637"/>
            <a:chOff x="0" y="0"/>
            <a:chExt cx="466938" cy="231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66938" cy="23198"/>
            </a:xfrm>
            <a:custGeom>
              <a:avLst/>
              <a:gdLst/>
              <a:ahLst/>
              <a:cxnLst/>
              <a:rect l="l" t="t" r="r" b="b"/>
              <a:pathLst>
                <a:path w="466938" h="23198">
                  <a:moveTo>
                    <a:pt x="0" y="0"/>
                  </a:moveTo>
                  <a:lnTo>
                    <a:pt x="466938" y="0"/>
                  </a:lnTo>
                  <a:lnTo>
                    <a:pt x="466938" y="23198"/>
                  </a:lnTo>
                  <a:lnTo>
                    <a:pt x="0" y="23198"/>
                  </a:lnTo>
                  <a:close/>
                </a:path>
              </a:pathLst>
            </a:custGeom>
            <a:solidFill>
              <a:srgbClr val="DAAA15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66938" cy="70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40422" y="1153500"/>
            <a:ext cx="4205288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Personas-Afonso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940422" y="1798523"/>
            <a:ext cx="4205288" cy="148637"/>
            <a:chOff x="0" y="0"/>
            <a:chExt cx="656335" cy="231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56335" cy="23198"/>
            </a:xfrm>
            <a:custGeom>
              <a:avLst/>
              <a:gdLst/>
              <a:ahLst/>
              <a:cxnLst/>
              <a:rect l="l" t="t" r="r" b="b"/>
              <a:pathLst>
                <a:path w="656335" h="23198">
                  <a:moveTo>
                    <a:pt x="0" y="0"/>
                  </a:moveTo>
                  <a:lnTo>
                    <a:pt x="656335" y="0"/>
                  </a:lnTo>
                  <a:lnTo>
                    <a:pt x="656335" y="23198"/>
                  </a:lnTo>
                  <a:lnTo>
                    <a:pt x="0" y="23198"/>
                  </a:lnTo>
                  <a:close/>
                </a:path>
              </a:pathLst>
            </a:custGeom>
            <a:solidFill>
              <a:srgbClr val="DAAA15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56335" cy="70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940422" y="2082977"/>
            <a:ext cx="5604908" cy="7055474"/>
          </a:xfrm>
          <a:custGeom>
            <a:avLst/>
            <a:gdLst/>
            <a:ahLst/>
            <a:cxnLst/>
            <a:rect l="l" t="t" r="r" b="b"/>
            <a:pathLst>
              <a:path w="5604908" h="7055474">
                <a:moveTo>
                  <a:pt x="0" y="0"/>
                </a:moveTo>
                <a:lnTo>
                  <a:pt x="5604909" y="0"/>
                </a:lnTo>
                <a:lnTo>
                  <a:pt x="5604909" y="7055474"/>
                </a:lnTo>
                <a:lnTo>
                  <a:pt x="0" y="70554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Freeform 7"/>
          <p:cNvSpPr/>
          <p:nvPr/>
        </p:nvSpPr>
        <p:spPr>
          <a:xfrm>
            <a:off x="8305544" y="2082977"/>
            <a:ext cx="7169971" cy="5552307"/>
          </a:xfrm>
          <a:custGeom>
            <a:avLst/>
            <a:gdLst/>
            <a:ahLst/>
            <a:cxnLst/>
            <a:rect l="l" t="t" r="r" b="b"/>
            <a:pathLst>
              <a:path w="7169971" h="5552307">
                <a:moveTo>
                  <a:pt x="0" y="0"/>
                </a:moveTo>
                <a:lnTo>
                  <a:pt x="7169971" y="0"/>
                </a:lnTo>
                <a:lnTo>
                  <a:pt x="7169971" y="5552307"/>
                </a:lnTo>
                <a:lnTo>
                  <a:pt x="0" y="555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07" r="-8357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95667" y="1153500"/>
            <a:ext cx="3894799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Personas-Diogo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074366" y="1827098"/>
            <a:ext cx="3916100" cy="148637"/>
            <a:chOff x="0" y="0"/>
            <a:chExt cx="611200" cy="231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1200" cy="23198"/>
            </a:xfrm>
            <a:custGeom>
              <a:avLst/>
              <a:gdLst/>
              <a:ahLst/>
              <a:cxnLst/>
              <a:rect l="l" t="t" r="r" b="b"/>
              <a:pathLst>
                <a:path w="611200" h="23198">
                  <a:moveTo>
                    <a:pt x="0" y="0"/>
                  </a:moveTo>
                  <a:lnTo>
                    <a:pt x="611200" y="0"/>
                  </a:lnTo>
                  <a:lnTo>
                    <a:pt x="611200" y="23198"/>
                  </a:lnTo>
                  <a:lnTo>
                    <a:pt x="0" y="23198"/>
                  </a:lnTo>
                  <a:close/>
                </a:path>
              </a:pathLst>
            </a:custGeom>
            <a:solidFill>
              <a:srgbClr val="DAAA15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11200" cy="70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34347" y="2160421"/>
            <a:ext cx="5554718" cy="6912955"/>
          </a:xfrm>
          <a:custGeom>
            <a:avLst/>
            <a:gdLst/>
            <a:ahLst/>
            <a:cxnLst/>
            <a:rect l="l" t="t" r="r" b="b"/>
            <a:pathLst>
              <a:path w="5554718" h="6912955">
                <a:moveTo>
                  <a:pt x="0" y="0"/>
                </a:moveTo>
                <a:lnTo>
                  <a:pt x="5554718" y="0"/>
                </a:lnTo>
                <a:lnTo>
                  <a:pt x="5554718" y="6912955"/>
                </a:lnTo>
                <a:lnTo>
                  <a:pt x="0" y="6912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Freeform 7"/>
          <p:cNvSpPr/>
          <p:nvPr/>
        </p:nvSpPr>
        <p:spPr>
          <a:xfrm>
            <a:off x="7458743" y="2160421"/>
            <a:ext cx="9283043" cy="2708501"/>
          </a:xfrm>
          <a:custGeom>
            <a:avLst/>
            <a:gdLst/>
            <a:ahLst/>
            <a:cxnLst/>
            <a:rect l="l" t="t" r="r" b="b"/>
            <a:pathLst>
              <a:path w="9283043" h="2708501">
                <a:moveTo>
                  <a:pt x="0" y="0"/>
                </a:moveTo>
                <a:lnTo>
                  <a:pt x="9283042" y="0"/>
                </a:lnTo>
                <a:lnTo>
                  <a:pt x="9283042" y="2708501"/>
                </a:lnTo>
                <a:lnTo>
                  <a:pt x="0" y="27085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594" r="-731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416" y="2021824"/>
            <a:ext cx="5388611" cy="7236476"/>
          </a:xfrm>
          <a:custGeom>
            <a:avLst/>
            <a:gdLst/>
            <a:ahLst/>
            <a:cxnLst/>
            <a:rect l="l" t="t" r="r" b="b"/>
            <a:pathLst>
              <a:path w="5388611" h="7236476">
                <a:moveTo>
                  <a:pt x="0" y="0"/>
                </a:moveTo>
                <a:lnTo>
                  <a:pt x="5388611" y="0"/>
                </a:lnTo>
                <a:lnTo>
                  <a:pt x="5388611" y="7236476"/>
                </a:lnTo>
                <a:lnTo>
                  <a:pt x="0" y="7236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7219428" y="2021824"/>
            <a:ext cx="9378100" cy="3331184"/>
          </a:xfrm>
          <a:custGeom>
            <a:avLst/>
            <a:gdLst/>
            <a:ahLst/>
            <a:cxnLst/>
            <a:rect l="l" t="t" r="r" b="b"/>
            <a:pathLst>
              <a:path w="9378100" h="3331184">
                <a:moveTo>
                  <a:pt x="0" y="0"/>
                </a:moveTo>
                <a:lnTo>
                  <a:pt x="9378101" y="0"/>
                </a:lnTo>
                <a:lnTo>
                  <a:pt x="9378101" y="3331184"/>
                </a:lnTo>
                <a:lnTo>
                  <a:pt x="0" y="33311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579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4" name="TextBox 4"/>
          <p:cNvSpPr txBox="1"/>
          <p:nvPr/>
        </p:nvSpPr>
        <p:spPr>
          <a:xfrm>
            <a:off x="1615316" y="1153500"/>
            <a:ext cx="4855501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Personas-Francisco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615316" y="1798523"/>
            <a:ext cx="4855501" cy="148637"/>
            <a:chOff x="0" y="0"/>
            <a:chExt cx="757816" cy="231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57816" cy="23198"/>
            </a:xfrm>
            <a:custGeom>
              <a:avLst/>
              <a:gdLst/>
              <a:ahLst/>
              <a:cxnLst/>
              <a:rect l="l" t="t" r="r" b="b"/>
              <a:pathLst>
                <a:path w="757816" h="23198">
                  <a:moveTo>
                    <a:pt x="0" y="0"/>
                  </a:moveTo>
                  <a:lnTo>
                    <a:pt x="757816" y="0"/>
                  </a:lnTo>
                  <a:lnTo>
                    <a:pt x="757816" y="23198"/>
                  </a:lnTo>
                  <a:lnTo>
                    <a:pt x="0" y="23198"/>
                  </a:lnTo>
                  <a:close/>
                </a:path>
              </a:pathLst>
            </a:custGeom>
            <a:solidFill>
              <a:srgbClr val="DAAA15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757816" cy="70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99069" y="1182389"/>
            <a:ext cx="4487995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Personas-Gonçalo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799069" y="1836409"/>
            <a:ext cx="4487995" cy="148637"/>
            <a:chOff x="0" y="0"/>
            <a:chExt cx="700458" cy="231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00458" cy="23198"/>
            </a:xfrm>
            <a:custGeom>
              <a:avLst/>
              <a:gdLst/>
              <a:ahLst/>
              <a:cxnLst/>
              <a:rect l="l" t="t" r="r" b="b"/>
              <a:pathLst>
                <a:path w="700458" h="23198">
                  <a:moveTo>
                    <a:pt x="0" y="0"/>
                  </a:moveTo>
                  <a:lnTo>
                    <a:pt x="700458" y="0"/>
                  </a:lnTo>
                  <a:lnTo>
                    <a:pt x="700458" y="23198"/>
                  </a:lnTo>
                  <a:lnTo>
                    <a:pt x="0" y="23198"/>
                  </a:lnTo>
                  <a:close/>
                </a:path>
              </a:pathLst>
            </a:custGeom>
            <a:solidFill>
              <a:srgbClr val="DAAA15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700458" cy="70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794226" y="2276081"/>
            <a:ext cx="5048086" cy="6982219"/>
          </a:xfrm>
          <a:custGeom>
            <a:avLst/>
            <a:gdLst/>
            <a:ahLst/>
            <a:cxnLst/>
            <a:rect l="l" t="t" r="r" b="b"/>
            <a:pathLst>
              <a:path w="5048086" h="6982219">
                <a:moveTo>
                  <a:pt x="0" y="0"/>
                </a:moveTo>
                <a:lnTo>
                  <a:pt x="5048086" y="0"/>
                </a:lnTo>
                <a:lnTo>
                  <a:pt x="5048086" y="6982219"/>
                </a:lnTo>
                <a:lnTo>
                  <a:pt x="0" y="6982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Freeform 7"/>
          <p:cNvSpPr/>
          <p:nvPr/>
        </p:nvSpPr>
        <p:spPr>
          <a:xfrm>
            <a:off x="7387049" y="2276081"/>
            <a:ext cx="8187995" cy="5926061"/>
          </a:xfrm>
          <a:custGeom>
            <a:avLst/>
            <a:gdLst/>
            <a:ahLst/>
            <a:cxnLst/>
            <a:rect l="l" t="t" r="r" b="b"/>
            <a:pathLst>
              <a:path w="8187995" h="5926061">
                <a:moveTo>
                  <a:pt x="0" y="0"/>
                </a:moveTo>
                <a:lnTo>
                  <a:pt x="8187995" y="0"/>
                </a:lnTo>
                <a:lnTo>
                  <a:pt x="8187995" y="5926062"/>
                </a:lnTo>
                <a:lnTo>
                  <a:pt x="0" y="5926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66244" y="1153500"/>
            <a:ext cx="3753644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Personas-Hugo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166244" y="1798523"/>
            <a:ext cx="3753644" cy="148637"/>
            <a:chOff x="0" y="0"/>
            <a:chExt cx="585845" cy="231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85845" cy="23198"/>
            </a:xfrm>
            <a:custGeom>
              <a:avLst/>
              <a:gdLst/>
              <a:ahLst/>
              <a:cxnLst/>
              <a:rect l="l" t="t" r="r" b="b"/>
              <a:pathLst>
                <a:path w="585845" h="23198">
                  <a:moveTo>
                    <a:pt x="0" y="0"/>
                  </a:moveTo>
                  <a:lnTo>
                    <a:pt x="585845" y="0"/>
                  </a:lnTo>
                  <a:lnTo>
                    <a:pt x="585845" y="23198"/>
                  </a:lnTo>
                  <a:lnTo>
                    <a:pt x="0" y="23198"/>
                  </a:lnTo>
                  <a:close/>
                </a:path>
              </a:pathLst>
            </a:custGeom>
            <a:solidFill>
              <a:srgbClr val="DAAA15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85845" cy="70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166244" y="2125786"/>
            <a:ext cx="5078911" cy="7132514"/>
          </a:xfrm>
          <a:custGeom>
            <a:avLst/>
            <a:gdLst/>
            <a:ahLst/>
            <a:cxnLst/>
            <a:rect l="l" t="t" r="r" b="b"/>
            <a:pathLst>
              <a:path w="5078911" h="7132514">
                <a:moveTo>
                  <a:pt x="0" y="0"/>
                </a:moveTo>
                <a:lnTo>
                  <a:pt x="5078911" y="0"/>
                </a:lnTo>
                <a:lnTo>
                  <a:pt x="5078911" y="7132514"/>
                </a:lnTo>
                <a:lnTo>
                  <a:pt x="0" y="71325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Freeform 7"/>
          <p:cNvSpPr/>
          <p:nvPr/>
        </p:nvSpPr>
        <p:spPr>
          <a:xfrm>
            <a:off x="7415652" y="2125786"/>
            <a:ext cx="9449124" cy="5669281"/>
          </a:xfrm>
          <a:custGeom>
            <a:avLst/>
            <a:gdLst/>
            <a:ahLst/>
            <a:cxnLst/>
            <a:rect l="l" t="t" r="r" b="b"/>
            <a:pathLst>
              <a:path w="9449124" h="5669281">
                <a:moveTo>
                  <a:pt x="0" y="0"/>
                </a:moveTo>
                <a:lnTo>
                  <a:pt x="9449124" y="0"/>
                </a:lnTo>
                <a:lnTo>
                  <a:pt x="9449124" y="5669281"/>
                </a:lnTo>
                <a:lnTo>
                  <a:pt x="0" y="56692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13" r="-5073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25023" y="2006238"/>
            <a:ext cx="6261024" cy="7252062"/>
          </a:xfrm>
          <a:custGeom>
            <a:avLst/>
            <a:gdLst/>
            <a:ahLst/>
            <a:cxnLst/>
            <a:rect l="l" t="t" r="r" b="b"/>
            <a:pathLst>
              <a:path w="6261024" h="7252062">
                <a:moveTo>
                  <a:pt x="0" y="0"/>
                </a:moveTo>
                <a:lnTo>
                  <a:pt x="6261024" y="0"/>
                </a:lnTo>
                <a:lnTo>
                  <a:pt x="6261024" y="7252062"/>
                </a:lnTo>
                <a:lnTo>
                  <a:pt x="0" y="72520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TextBox 3"/>
          <p:cNvSpPr txBox="1"/>
          <p:nvPr/>
        </p:nvSpPr>
        <p:spPr>
          <a:xfrm>
            <a:off x="2025023" y="1153500"/>
            <a:ext cx="4036086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Personas-Rúben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025023" y="1798523"/>
            <a:ext cx="4036086" cy="148637"/>
            <a:chOff x="0" y="0"/>
            <a:chExt cx="629927" cy="231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9927" cy="23198"/>
            </a:xfrm>
            <a:custGeom>
              <a:avLst/>
              <a:gdLst/>
              <a:ahLst/>
              <a:cxnLst/>
              <a:rect l="l" t="t" r="r" b="b"/>
              <a:pathLst>
                <a:path w="629927" h="23198">
                  <a:moveTo>
                    <a:pt x="0" y="0"/>
                  </a:moveTo>
                  <a:lnTo>
                    <a:pt x="629927" y="0"/>
                  </a:lnTo>
                  <a:lnTo>
                    <a:pt x="629927" y="23198"/>
                  </a:lnTo>
                  <a:lnTo>
                    <a:pt x="0" y="23198"/>
                  </a:lnTo>
                  <a:close/>
                </a:path>
              </a:pathLst>
            </a:custGeom>
            <a:solidFill>
              <a:srgbClr val="DAAA15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629927" cy="70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15316" y="1655481"/>
            <a:ext cx="3301471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Landing page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15316" y="2344456"/>
            <a:ext cx="3301471" cy="148637"/>
            <a:chOff x="0" y="0"/>
            <a:chExt cx="515273" cy="231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5273" cy="23198"/>
            </a:xfrm>
            <a:custGeom>
              <a:avLst/>
              <a:gdLst/>
              <a:ahLst/>
              <a:cxnLst/>
              <a:rect l="l" t="t" r="r" b="b"/>
              <a:pathLst>
                <a:path w="515273" h="23198">
                  <a:moveTo>
                    <a:pt x="0" y="0"/>
                  </a:moveTo>
                  <a:lnTo>
                    <a:pt x="515273" y="0"/>
                  </a:lnTo>
                  <a:lnTo>
                    <a:pt x="515273" y="23198"/>
                  </a:lnTo>
                  <a:lnTo>
                    <a:pt x="0" y="23198"/>
                  </a:lnTo>
                  <a:close/>
                </a:path>
              </a:pathLst>
            </a:custGeom>
            <a:solidFill>
              <a:srgbClr val="DAAA15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15273" cy="70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16382" y="4454525"/>
            <a:ext cx="4855236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Duvidas e Questões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200</Words>
  <Application>Microsoft Office PowerPoint</Application>
  <PresentationFormat>Personalizados</PresentationFormat>
  <Paragraphs>51</Paragraphs>
  <Slides>12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7" baseType="lpstr">
      <vt:lpstr>Arial Bold</vt:lpstr>
      <vt:lpstr>Calibri</vt:lpstr>
      <vt:lpstr>Open Sans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cantinho do Stootchy</dc:title>
  <cp:lastModifiedBy>Diogo Azevedo</cp:lastModifiedBy>
  <cp:revision>2</cp:revision>
  <dcterms:created xsi:type="dcterms:W3CDTF">2006-08-16T00:00:00Z</dcterms:created>
  <dcterms:modified xsi:type="dcterms:W3CDTF">2026-03-20T16:14:05Z</dcterms:modified>
  <dc:identifier>DAHD97nSmI0</dc:identifier>
</cp:coreProperties>
</file>