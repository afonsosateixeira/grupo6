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League Spartan" panose="020B0604020202020204" charset="0"/>
      <p:regular r:id="rId10"/>
    </p:embeddedFont>
    <p:embeddedFont>
      <p:font typeface="Open Sans 1" panose="020B0604020202020204" charset="0"/>
      <p:regular r:id="rId11"/>
    </p:embeddedFont>
    <p:embeddedFont>
      <p:font typeface="Open Sans 1 Bold" panose="020B0604020202020204" charset="0"/>
      <p:regular r:id="rId12"/>
    </p:embeddedFont>
    <p:embeddedFont>
      <p:font typeface="Open Sans 2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1138" y="26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9029" y="675132"/>
            <a:ext cx="3966918" cy="707136"/>
          </a:xfrm>
          <a:custGeom>
            <a:avLst/>
            <a:gdLst/>
            <a:ahLst/>
            <a:cxnLst/>
            <a:rect l="l" t="t" r="r" b="b"/>
            <a:pathLst>
              <a:path w="3966918" h="707136">
                <a:moveTo>
                  <a:pt x="0" y="0"/>
                </a:moveTo>
                <a:lnTo>
                  <a:pt x="3966918" y="0"/>
                </a:lnTo>
                <a:lnTo>
                  <a:pt x="3966918" y="707136"/>
                </a:lnTo>
                <a:lnTo>
                  <a:pt x="0" y="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581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6142" y="6822041"/>
            <a:ext cx="4750268" cy="317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endParaRPr/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2025178491- Afonso Teixeira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2025182402 - Diogo Azevedo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2025115671 - Francisco Martins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2025163132 - Gonçalo Estrelado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2025140801 - Hugo Giroto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2016112775 - Rúben Reis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655285" y="433524"/>
            <a:ext cx="6230491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Tesp Desenvolvimento Web e Multimédia 20/04/2026</a:t>
            </a:r>
          </a:p>
          <a:p>
            <a:pPr algn="r">
              <a:lnSpc>
                <a:spcPts val="3359"/>
              </a:lnSpc>
            </a:pPr>
            <a:endParaRPr lang="en-US" sz="2400">
              <a:solidFill>
                <a:srgbClr val="000000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7067022" y="3994204"/>
            <a:ext cx="4153957" cy="2298591"/>
          </a:xfrm>
          <a:custGeom>
            <a:avLst/>
            <a:gdLst/>
            <a:ahLst/>
            <a:cxnLst/>
            <a:rect l="l" t="t" r="r" b="b"/>
            <a:pathLst>
              <a:path w="4153957" h="2298591">
                <a:moveTo>
                  <a:pt x="0" y="0"/>
                </a:moveTo>
                <a:lnTo>
                  <a:pt x="4153956" y="0"/>
                </a:lnTo>
                <a:lnTo>
                  <a:pt x="4153956" y="2298592"/>
                </a:lnTo>
                <a:lnTo>
                  <a:pt x="0" y="22985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9029" y="675132"/>
            <a:ext cx="3966918" cy="707136"/>
          </a:xfrm>
          <a:custGeom>
            <a:avLst/>
            <a:gdLst/>
            <a:ahLst/>
            <a:cxnLst/>
            <a:rect l="l" t="t" r="r" b="b"/>
            <a:pathLst>
              <a:path w="3966918" h="707136">
                <a:moveTo>
                  <a:pt x="0" y="0"/>
                </a:moveTo>
                <a:lnTo>
                  <a:pt x="3966918" y="0"/>
                </a:lnTo>
                <a:lnTo>
                  <a:pt x="3966918" y="707136"/>
                </a:lnTo>
                <a:lnTo>
                  <a:pt x="0" y="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581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9144000" y="1965021"/>
            <a:ext cx="214547" cy="6356958"/>
          </a:xfrm>
          <a:custGeom>
            <a:avLst/>
            <a:gdLst/>
            <a:ahLst/>
            <a:cxnLst/>
            <a:rect l="l" t="t" r="r" b="b"/>
            <a:pathLst>
              <a:path w="214547" h="6356958">
                <a:moveTo>
                  <a:pt x="0" y="0"/>
                </a:moveTo>
                <a:lnTo>
                  <a:pt x="214547" y="0"/>
                </a:lnTo>
                <a:lnTo>
                  <a:pt x="214547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24400" y="4723130"/>
            <a:ext cx="2544647" cy="755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Agenda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168920" y="4284634"/>
            <a:ext cx="2410212" cy="546735"/>
            <a:chOff x="0" y="0"/>
            <a:chExt cx="3213616" cy="728980"/>
          </a:xfrm>
        </p:grpSpPr>
        <p:sp>
          <p:nvSpPr>
            <p:cNvPr id="7" name="TextBox 7"/>
            <p:cNvSpPr txBox="1"/>
            <p:nvPr/>
          </p:nvSpPr>
          <p:spPr>
            <a:xfrm>
              <a:off x="0" y="-66675"/>
              <a:ext cx="69592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02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11344" y="87631"/>
              <a:ext cx="2302272" cy="515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Logotipos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168920" y="2914360"/>
            <a:ext cx="3847383" cy="871537"/>
            <a:chOff x="0" y="0"/>
            <a:chExt cx="5129844" cy="116205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66675"/>
              <a:ext cx="69592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11344" y="87631"/>
              <a:ext cx="4218500" cy="10744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Planeamento e atribuição de tarefas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168920" y="6621145"/>
            <a:ext cx="2410212" cy="546735"/>
            <a:chOff x="0" y="0"/>
            <a:chExt cx="3213616" cy="72898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66675"/>
              <a:ext cx="69592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04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11344" y="87631"/>
              <a:ext cx="2302272" cy="515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Wireframes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168920" y="7787005"/>
            <a:ext cx="2727902" cy="546735"/>
            <a:chOff x="0" y="0"/>
            <a:chExt cx="3637203" cy="72898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66675"/>
              <a:ext cx="69592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05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11344" y="87631"/>
              <a:ext cx="2725859" cy="515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Paginas HTML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5662233" y="675132"/>
            <a:ext cx="1597067" cy="883737"/>
          </a:xfrm>
          <a:custGeom>
            <a:avLst/>
            <a:gdLst/>
            <a:ahLst/>
            <a:cxnLst/>
            <a:rect l="l" t="t" r="r" b="b"/>
            <a:pathLst>
              <a:path w="1597067" h="883737">
                <a:moveTo>
                  <a:pt x="0" y="0"/>
                </a:moveTo>
                <a:lnTo>
                  <a:pt x="1597067" y="0"/>
                </a:lnTo>
                <a:lnTo>
                  <a:pt x="1597067" y="883737"/>
                </a:lnTo>
                <a:lnTo>
                  <a:pt x="0" y="883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19" name="Group 19"/>
          <p:cNvGrpSpPr/>
          <p:nvPr/>
        </p:nvGrpSpPr>
        <p:grpSpPr>
          <a:xfrm>
            <a:off x="10168920" y="5452890"/>
            <a:ext cx="3127397" cy="546735"/>
            <a:chOff x="0" y="0"/>
            <a:chExt cx="4169863" cy="728980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66675"/>
              <a:ext cx="69592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11344" y="87631"/>
              <a:ext cx="3258519" cy="515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Navbar e footer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9029" y="675132"/>
            <a:ext cx="3966918" cy="707136"/>
          </a:xfrm>
          <a:custGeom>
            <a:avLst/>
            <a:gdLst/>
            <a:ahLst/>
            <a:cxnLst/>
            <a:rect l="l" t="t" r="r" b="b"/>
            <a:pathLst>
              <a:path w="3966918" h="707136">
                <a:moveTo>
                  <a:pt x="0" y="0"/>
                </a:moveTo>
                <a:lnTo>
                  <a:pt x="3966918" y="0"/>
                </a:lnTo>
                <a:lnTo>
                  <a:pt x="3966918" y="707136"/>
                </a:lnTo>
                <a:lnTo>
                  <a:pt x="0" y="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581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051482" y="1579435"/>
            <a:ext cx="10184160" cy="755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 dirty="0" err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Planeamento</a:t>
            </a:r>
            <a:r>
              <a:rPr lang="en-US" sz="44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e </a:t>
            </a:r>
            <a:r>
              <a:rPr lang="en-US" sz="4400" b="1" dirty="0" err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atribuição</a:t>
            </a:r>
            <a:r>
              <a:rPr lang="en-US" sz="44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de </a:t>
            </a:r>
            <a:r>
              <a:rPr lang="en-US" sz="4400" b="1" dirty="0" err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tarefas</a:t>
            </a:r>
            <a:endParaRPr lang="en-US" sz="4400" b="1" dirty="0">
              <a:solidFill>
                <a:srgbClr val="00000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5" name="AutoShape 5"/>
          <p:cNvSpPr/>
          <p:nvPr/>
        </p:nvSpPr>
        <p:spPr>
          <a:xfrm flipV="1">
            <a:off x="3412827" y="3149819"/>
            <a:ext cx="11462346" cy="0"/>
          </a:xfrm>
          <a:prstGeom prst="line">
            <a:avLst/>
          </a:prstGeom>
          <a:ln w="85725" cap="rnd">
            <a:solidFill>
              <a:srgbClr val="A2C2E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grpSp>
        <p:nvGrpSpPr>
          <p:cNvPr id="6" name="Group 6"/>
          <p:cNvGrpSpPr/>
          <p:nvPr/>
        </p:nvGrpSpPr>
        <p:grpSpPr>
          <a:xfrm>
            <a:off x="1425714" y="4002306"/>
            <a:ext cx="4415566" cy="1667962"/>
            <a:chOff x="0" y="0"/>
            <a:chExt cx="5887421" cy="2223949"/>
          </a:xfrm>
        </p:grpSpPr>
        <p:sp>
          <p:nvSpPr>
            <p:cNvPr id="7" name="TextBox 7"/>
            <p:cNvSpPr txBox="1"/>
            <p:nvPr/>
          </p:nvSpPr>
          <p:spPr>
            <a:xfrm>
              <a:off x="1838612" y="-66675"/>
              <a:ext cx="2210197" cy="77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Afonso 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40826"/>
              <a:ext cx="5887421" cy="12831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Flyer e Análise da base de dados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935779" y="4002306"/>
            <a:ext cx="4415566" cy="1667962"/>
            <a:chOff x="0" y="0"/>
            <a:chExt cx="5887421" cy="2223949"/>
          </a:xfrm>
        </p:grpSpPr>
        <p:sp>
          <p:nvSpPr>
            <p:cNvPr id="10" name="TextBox 10"/>
            <p:cNvSpPr txBox="1"/>
            <p:nvPr/>
          </p:nvSpPr>
          <p:spPr>
            <a:xfrm>
              <a:off x="1838612" y="-66675"/>
              <a:ext cx="2210197" cy="77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Diogo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40826"/>
              <a:ext cx="5887421" cy="12831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Flyer e Análise da base de dados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829345" y="4002306"/>
            <a:ext cx="4415566" cy="1723217"/>
            <a:chOff x="0" y="0"/>
            <a:chExt cx="5887421" cy="2297623"/>
          </a:xfrm>
        </p:grpSpPr>
        <p:sp>
          <p:nvSpPr>
            <p:cNvPr id="13" name="TextBox 13"/>
            <p:cNvSpPr txBox="1"/>
            <p:nvPr/>
          </p:nvSpPr>
          <p:spPr>
            <a:xfrm>
              <a:off x="1328445" y="-66675"/>
              <a:ext cx="3230532" cy="77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Francisco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014500"/>
              <a:ext cx="5887421" cy="12831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Flyer e Análise da base de dados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447158" y="6691031"/>
            <a:ext cx="4415566" cy="1667962"/>
            <a:chOff x="0" y="0"/>
            <a:chExt cx="5887421" cy="2223949"/>
          </a:xfrm>
        </p:grpSpPr>
        <p:sp>
          <p:nvSpPr>
            <p:cNvPr id="16" name="TextBox 16"/>
            <p:cNvSpPr txBox="1"/>
            <p:nvPr/>
          </p:nvSpPr>
          <p:spPr>
            <a:xfrm>
              <a:off x="1838612" y="-66675"/>
              <a:ext cx="2210197" cy="77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Rúben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940826"/>
              <a:ext cx="5887421" cy="12831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Flyer e Análise da base de dados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936217" y="6691031"/>
            <a:ext cx="4415566" cy="1667962"/>
            <a:chOff x="0" y="0"/>
            <a:chExt cx="5887421" cy="2223949"/>
          </a:xfrm>
        </p:grpSpPr>
        <p:sp>
          <p:nvSpPr>
            <p:cNvPr id="19" name="TextBox 19"/>
            <p:cNvSpPr txBox="1"/>
            <p:nvPr/>
          </p:nvSpPr>
          <p:spPr>
            <a:xfrm>
              <a:off x="1838612" y="-66675"/>
              <a:ext cx="2210197" cy="77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Hugo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940826"/>
              <a:ext cx="5887421" cy="12831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Flyer e Análise da base de dados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56613" y="6691031"/>
            <a:ext cx="4415566" cy="1682941"/>
            <a:chOff x="0" y="0"/>
            <a:chExt cx="5887421" cy="2243921"/>
          </a:xfrm>
        </p:grpSpPr>
        <p:sp>
          <p:nvSpPr>
            <p:cNvPr id="22" name="TextBox 22"/>
            <p:cNvSpPr txBox="1"/>
            <p:nvPr/>
          </p:nvSpPr>
          <p:spPr>
            <a:xfrm>
              <a:off x="1664081" y="-66675"/>
              <a:ext cx="2559259" cy="77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Gonçalo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960798"/>
              <a:ext cx="5887421" cy="12831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Flyer e Análise da base de dados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15662233" y="675132"/>
            <a:ext cx="1597067" cy="883737"/>
          </a:xfrm>
          <a:custGeom>
            <a:avLst/>
            <a:gdLst/>
            <a:ahLst/>
            <a:cxnLst/>
            <a:rect l="l" t="t" r="r" b="b"/>
            <a:pathLst>
              <a:path w="1597067" h="883737">
                <a:moveTo>
                  <a:pt x="0" y="0"/>
                </a:moveTo>
                <a:lnTo>
                  <a:pt x="1597067" y="0"/>
                </a:lnTo>
                <a:lnTo>
                  <a:pt x="1597067" y="883737"/>
                </a:lnTo>
                <a:lnTo>
                  <a:pt x="0" y="883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9029" y="675132"/>
            <a:ext cx="3966918" cy="707136"/>
          </a:xfrm>
          <a:custGeom>
            <a:avLst/>
            <a:gdLst/>
            <a:ahLst/>
            <a:cxnLst/>
            <a:rect l="l" t="t" r="r" b="b"/>
            <a:pathLst>
              <a:path w="3966918" h="707136">
                <a:moveTo>
                  <a:pt x="0" y="0"/>
                </a:moveTo>
                <a:lnTo>
                  <a:pt x="3966918" y="0"/>
                </a:lnTo>
                <a:lnTo>
                  <a:pt x="3966918" y="707136"/>
                </a:lnTo>
                <a:lnTo>
                  <a:pt x="0" y="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581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AutoShape 3"/>
          <p:cNvSpPr/>
          <p:nvPr/>
        </p:nvSpPr>
        <p:spPr>
          <a:xfrm flipV="1">
            <a:off x="2233611" y="3192681"/>
            <a:ext cx="4704672" cy="0"/>
          </a:xfrm>
          <a:prstGeom prst="line">
            <a:avLst/>
          </a:prstGeom>
          <a:ln w="85725" cap="rnd">
            <a:solidFill>
              <a:srgbClr val="A2C2E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4" name="Freeform 4"/>
          <p:cNvSpPr/>
          <p:nvPr/>
        </p:nvSpPr>
        <p:spPr>
          <a:xfrm>
            <a:off x="15662233" y="675132"/>
            <a:ext cx="1597067" cy="883737"/>
          </a:xfrm>
          <a:custGeom>
            <a:avLst/>
            <a:gdLst/>
            <a:ahLst/>
            <a:cxnLst/>
            <a:rect l="l" t="t" r="r" b="b"/>
            <a:pathLst>
              <a:path w="1597067" h="883737">
                <a:moveTo>
                  <a:pt x="0" y="0"/>
                </a:moveTo>
                <a:lnTo>
                  <a:pt x="1597067" y="0"/>
                </a:lnTo>
                <a:lnTo>
                  <a:pt x="1597067" y="883737"/>
                </a:lnTo>
                <a:lnTo>
                  <a:pt x="0" y="883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5" name="Freeform 5"/>
          <p:cNvSpPr/>
          <p:nvPr/>
        </p:nvSpPr>
        <p:spPr>
          <a:xfrm>
            <a:off x="2233611" y="3723872"/>
            <a:ext cx="2702098" cy="1495205"/>
          </a:xfrm>
          <a:custGeom>
            <a:avLst/>
            <a:gdLst/>
            <a:ahLst/>
            <a:cxnLst/>
            <a:rect l="l" t="t" r="r" b="b"/>
            <a:pathLst>
              <a:path w="2702098" h="1495205">
                <a:moveTo>
                  <a:pt x="0" y="0"/>
                </a:moveTo>
                <a:lnTo>
                  <a:pt x="2702098" y="0"/>
                </a:lnTo>
                <a:lnTo>
                  <a:pt x="2702098" y="1495205"/>
                </a:lnTo>
                <a:lnTo>
                  <a:pt x="0" y="14952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6" name="Freeform 6"/>
          <p:cNvSpPr/>
          <p:nvPr/>
        </p:nvSpPr>
        <p:spPr>
          <a:xfrm>
            <a:off x="9445867" y="4066677"/>
            <a:ext cx="4397007" cy="1247651"/>
          </a:xfrm>
          <a:custGeom>
            <a:avLst/>
            <a:gdLst/>
            <a:ahLst/>
            <a:cxnLst/>
            <a:rect l="l" t="t" r="r" b="b"/>
            <a:pathLst>
              <a:path w="4397007" h="1247651">
                <a:moveTo>
                  <a:pt x="0" y="0"/>
                </a:moveTo>
                <a:lnTo>
                  <a:pt x="4397007" y="0"/>
                </a:lnTo>
                <a:lnTo>
                  <a:pt x="4397007" y="1247650"/>
                </a:lnTo>
                <a:lnTo>
                  <a:pt x="0" y="1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Freeform 8"/>
          <p:cNvSpPr/>
          <p:nvPr/>
        </p:nvSpPr>
        <p:spPr>
          <a:xfrm>
            <a:off x="6331996" y="6828167"/>
            <a:ext cx="2210653" cy="1495205"/>
          </a:xfrm>
          <a:custGeom>
            <a:avLst/>
            <a:gdLst/>
            <a:ahLst/>
            <a:cxnLst/>
            <a:rect l="l" t="t" r="r" b="b"/>
            <a:pathLst>
              <a:path w="2210653" h="1495205">
                <a:moveTo>
                  <a:pt x="0" y="0"/>
                </a:moveTo>
                <a:lnTo>
                  <a:pt x="2210653" y="0"/>
                </a:lnTo>
                <a:lnTo>
                  <a:pt x="2210653" y="1495206"/>
                </a:lnTo>
                <a:lnTo>
                  <a:pt x="0" y="14952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9" name="Freeform 9"/>
          <p:cNvSpPr/>
          <p:nvPr/>
        </p:nvSpPr>
        <p:spPr>
          <a:xfrm>
            <a:off x="2060181" y="6313817"/>
            <a:ext cx="2525767" cy="2104805"/>
          </a:xfrm>
          <a:custGeom>
            <a:avLst/>
            <a:gdLst/>
            <a:ahLst/>
            <a:cxnLst/>
            <a:rect l="l" t="t" r="r" b="b"/>
            <a:pathLst>
              <a:path w="2525767" h="2104805">
                <a:moveTo>
                  <a:pt x="0" y="0"/>
                </a:moveTo>
                <a:lnTo>
                  <a:pt x="2525766" y="0"/>
                </a:lnTo>
                <a:lnTo>
                  <a:pt x="2525766" y="2104806"/>
                </a:lnTo>
                <a:lnTo>
                  <a:pt x="0" y="21048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Freeform 10"/>
          <p:cNvSpPr/>
          <p:nvPr/>
        </p:nvSpPr>
        <p:spPr>
          <a:xfrm>
            <a:off x="6102976" y="3740541"/>
            <a:ext cx="2668694" cy="1478536"/>
          </a:xfrm>
          <a:custGeom>
            <a:avLst/>
            <a:gdLst/>
            <a:ahLst/>
            <a:cxnLst/>
            <a:rect l="l" t="t" r="r" b="b"/>
            <a:pathLst>
              <a:path w="2668694" h="1478536">
                <a:moveTo>
                  <a:pt x="0" y="0"/>
                </a:moveTo>
                <a:lnTo>
                  <a:pt x="2668694" y="0"/>
                </a:lnTo>
                <a:lnTo>
                  <a:pt x="2668694" y="1478536"/>
                </a:lnTo>
                <a:lnTo>
                  <a:pt x="0" y="14785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8651" t="-39178" r="-38172" b="-29721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1" name="TextBox 11"/>
          <p:cNvSpPr txBox="1"/>
          <p:nvPr/>
        </p:nvSpPr>
        <p:spPr>
          <a:xfrm>
            <a:off x="3229032" y="2299427"/>
            <a:ext cx="2873944" cy="755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 dirty="0" err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Logotipos</a:t>
            </a:r>
            <a:endParaRPr lang="en-US" sz="4400" b="1" dirty="0">
              <a:solidFill>
                <a:srgbClr val="00000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33304" y="5247652"/>
            <a:ext cx="370271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Afonso (escolhido)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6310" y="5247652"/>
            <a:ext cx="118202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Diogo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698816" y="5247652"/>
            <a:ext cx="189110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Francisco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401216" y="8351948"/>
            <a:ext cx="165563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Gonçalo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85656" y="8351948"/>
            <a:ext cx="1303602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Hugo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992569" y="8351948"/>
            <a:ext cx="1597356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Rúben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D37A5F0F-8260-F7AA-F7F2-91A4BF64AD4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2443" y="6896100"/>
            <a:ext cx="3657607" cy="15849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9029" y="675132"/>
            <a:ext cx="3966918" cy="707136"/>
          </a:xfrm>
          <a:custGeom>
            <a:avLst/>
            <a:gdLst/>
            <a:ahLst/>
            <a:cxnLst/>
            <a:rect l="l" t="t" r="r" b="b"/>
            <a:pathLst>
              <a:path w="3966918" h="707136">
                <a:moveTo>
                  <a:pt x="0" y="0"/>
                </a:moveTo>
                <a:lnTo>
                  <a:pt x="3966918" y="0"/>
                </a:lnTo>
                <a:lnTo>
                  <a:pt x="3966918" y="707136"/>
                </a:lnTo>
                <a:lnTo>
                  <a:pt x="0" y="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581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AutoShape 3"/>
          <p:cNvSpPr/>
          <p:nvPr/>
        </p:nvSpPr>
        <p:spPr>
          <a:xfrm flipV="1">
            <a:off x="2233611" y="3192681"/>
            <a:ext cx="4704672" cy="0"/>
          </a:xfrm>
          <a:prstGeom prst="line">
            <a:avLst/>
          </a:prstGeom>
          <a:ln w="85725" cap="rnd">
            <a:solidFill>
              <a:srgbClr val="A2C2E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4" name="Freeform 4"/>
          <p:cNvSpPr/>
          <p:nvPr/>
        </p:nvSpPr>
        <p:spPr>
          <a:xfrm>
            <a:off x="15662233" y="675132"/>
            <a:ext cx="1597067" cy="883737"/>
          </a:xfrm>
          <a:custGeom>
            <a:avLst/>
            <a:gdLst/>
            <a:ahLst/>
            <a:cxnLst/>
            <a:rect l="l" t="t" r="r" b="b"/>
            <a:pathLst>
              <a:path w="1597067" h="883737">
                <a:moveTo>
                  <a:pt x="0" y="0"/>
                </a:moveTo>
                <a:lnTo>
                  <a:pt x="1597067" y="0"/>
                </a:lnTo>
                <a:lnTo>
                  <a:pt x="1597067" y="883737"/>
                </a:lnTo>
                <a:lnTo>
                  <a:pt x="0" y="883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5" name="Freeform 5"/>
          <p:cNvSpPr/>
          <p:nvPr/>
        </p:nvSpPr>
        <p:spPr>
          <a:xfrm>
            <a:off x="2574614" y="3578939"/>
            <a:ext cx="13138771" cy="804750"/>
          </a:xfrm>
          <a:custGeom>
            <a:avLst/>
            <a:gdLst/>
            <a:ahLst/>
            <a:cxnLst/>
            <a:rect l="l" t="t" r="r" b="b"/>
            <a:pathLst>
              <a:path w="13138771" h="804750">
                <a:moveTo>
                  <a:pt x="0" y="0"/>
                </a:moveTo>
                <a:lnTo>
                  <a:pt x="13138772" y="0"/>
                </a:lnTo>
                <a:lnTo>
                  <a:pt x="13138772" y="804749"/>
                </a:lnTo>
                <a:lnTo>
                  <a:pt x="0" y="8047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6" name="Freeform 6"/>
          <p:cNvSpPr/>
          <p:nvPr/>
        </p:nvSpPr>
        <p:spPr>
          <a:xfrm>
            <a:off x="3645281" y="5299222"/>
            <a:ext cx="10997438" cy="3959078"/>
          </a:xfrm>
          <a:custGeom>
            <a:avLst/>
            <a:gdLst/>
            <a:ahLst/>
            <a:cxnLst/>
            <a:rect l="l" t="t" r="r" b="b"/>
            <a:pathLst>
              <a:path w="10997438" h="3959078">
                <a:moveTo>
                  <a:pt x="0" y="0"/>
                </a:moveTo>
                <a:lnTo>
                  <a:pt x="10997438" y="0"/>
                </a:lnTo>
                <a:lnTo>
                  <a:pt x="10997438" y="3959078"/>
                </a:lnTo>
                <a:lnTo>
                  <a:pt x="0" y="39590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TextBox 7"/>
          <p:cNvSpPr txBox="1"/>
          <p:nvPr/>
        </p:nvSpPr>
        <p:spPr>
          <a:xfrm>
            <a:off x="2380976" y="2299427"/>
            <a:ext cx="4704672" cy="755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Navbar e footer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533224" y="4509452"/>
            <a:ext cx="5430176" cy="1161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379"/>
              </a:lnSpc>
              <a:spcBef>
                <a:spcPct val="0"/>
              </a:spcBef>
            </a:pPr>
            <a:r>
              <a:rPr lang="en-US" sz="66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Wireframes</a:t>
            </a:r>
          </a:p>
        </p:txBody>
      </p:sp>
      <p:sp>
        <p:nvSpPr>
          <p:cNvPr id="4" name="AutoShape 4"/>
          <p:cNvSpPr/>
          <p:nvPr/>
        </p:nvSpPr>
        <p:spPr>
          <a:xfrm>
            <a:off x="4882725" y="5696585"/>
            <a:ext cx="8522550" cy="0"/>
          </a:xfrm>
          <a:prstGeom prst="line">
            <a:avLst/>
          </a:prstGeom>
          <a:ln w="85725" cap="rnd">
            <a:solidFill>
              <a:srgbClr val="A2C2E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5" name="AutoShape 5"/>
          <p:cNvSpPr/>
          <p:nvPr/>
        </p:nvSpPr>
        <p:spPr>
          <a:xfrm>
            <a:off x="5255282" y="6000939"/>
            <a:ext cx="7777437" cy="0"/>
          </a:xfrm>
          <a:prstGeom prst="line">
            <a:avLst/>
          </a:prstGeom>
          <a:ln w="85725" cap="rnd">
            <a:solidFill>
              <a:srgbClr val="DAAA1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6" name="Freeform 6"/>
          <p:cNvSpPr/>
          <p:nvPr/>
        </p:nvSpPr>
        <p:spPr>
          <a:xfrm>
            <a:off x="619029" y="675132"/>
            <a:ext cx="3966918" cy="707136"/>
          </a:xfrm>
          <a:custGeom>
            <a:avLst/>
            <a:gdLst/>
            <a:ahLst/>
            <a:cxnLst/>
            <a:rect l="l" t="t" r="r" b="b"/>
            <a:pathLst>
              <a:path w="3966918" h="707136">
                <a:moveTo>
                  <a:pt x="0" y="0"/>
                </a:moveTo>
                <a:lnTo>
                  <a:pt x="3966918" y="0"/>
                </a:lnTo>
                <a:lnTo>
                  <a:pt x="3966918" y="707136"/>
                </a:lnTo>
                <a:lnTo>
                  <a:pt x="0" y="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581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Freeform 7"/>
          <p:cNvSpPr/>
          <p:nvPr/>
        </p:nvSpPr>
        <p:spPr>
          <a:xfrm>
            <a:off x="15662233" y="675132"/>
            <a:ext cx="1597067" cy="883737"/>
          </a:xfrm>
          <a:custGeom>
            <a:avLst/>
            <a:gdLst/>
            <a:ahLst/>
            <a:cxnLst/>
            <a:rect l="l" t="t" r="r" b="b"/>
            <a:pathLst>
              <a:path w="1597067" h="883737">
                <a:moveTo>
                  <a:pt x="0" y="0"/>
                </a:moveTo>
                <a:lnTo>
                  <a:pt x="1597067" y="0"/>
                </a:lnTo>
                <a:lnTo>
                  <a:pt x="1597067" y="883737"/>
                </a:lnTo>
                <a:lnTo>
                  <a:pt x="0" y="883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72518" y="4509452"/>
            <a:ext cx="6652882" cy="1161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379"/>
              </a:lnSpc>
              <a:spcBef>
                <a:spcPct val="0"/>
              </a:spcBef>
            </a:pPr>
            <a:r>
              <a:rPr lang="en-US" sz="6699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Paginas</a:t>
            </a:r>
            <a:r>
              <a:rPr lang="en-US" sz="66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HTML</a:t>
            </a:r>
          </a:p>
        </p:txBody>
      </p:sp>
      <p:sp>
        <p:nvSpPr>
          <p:cNvPr id="4" name="AutoShape 4"/>
          <p:cNvSpPr/>
          <p:nvPr/>
        </p:nvSpPr>
        <p:spPr>
          <a:xfrm>
            <a:off x="4882725" y="5696585"/>
            <a:ext cx="8522550" cy="0"/>
          </a:xfrm>
          <a:prstGeom prst="line">
            <a:avLst/>
          </a:prstGeom>
          <a:ln w="85725" cap="rnd">
            <a:solidFill>
              <a:srgbClr val="A2C2E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5" name="AutoShape 5"/>
          <p:cNvSpPr/>
          <p:nvPr/>
        </p:nvSpPr>
        <p:spPr>
          <a:xfrm>
            <a:off x="5255282" y="6000939"/>
            <a:ext cx="7777437" cy="0"/>
          </a:xfrm>
          <a:prstGeom prst="line">
            <a:avLst/>
          </a:prstGeom>
          <a:ln w="85725" cap="rnd">
            <a:solidFill>
              <a:srgbClr val="DAAA1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6" name="Freeform 6"/>
          <p:cNvSpPr/>
          <p:nvPr/>
        </p:nvSpPr>
        <p:spPr>
          <a:xfrm>
            <a:off x="619029" y="675132"/>
            <a:ext cx="3966918" cy="707136"/>
          </a:xfrm>
          <a:custGeom>
            <a:avLst/>
            <a:gdLst/>
            <a:ahLst/>
            <a:cxnLst/>
            <a:rect l="l" t="t" r="r" b="b"/>
            <a:pathLst>
              <a:path w="3966918" h="707136">
                <a:moveTo>
                  <a:pt x="0" y="0"/>
                </a:moveTo>
                <a:lnTo>
                  <a:pt x="3966918" y="0"/>
                </a:lnTo>
                <a:lnTo>
                  <a:pt x="3966918" y="707136"/>
                </a:lnTo>
                <a:lnTo>
                  <a:pt x="0" y="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581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Freeform 7"/>
          <p:cNvSpPr/>
          <p:nvPr/>
        </p:nvSpPr>
        <p:spPr>
          <a:xfrm>
            <a:off x="15662233" y="675132"/>
            <a:ext cx="1597067" cy="883737"/>
          </a:xfrm>
          <a:custGeom>
            <a:avLst/>
            <a:gdLst/>
            <a:ahLst/>
            <a:cxnLst/>
            <a:rect l="l" t="t" r="r" b="b"/>
            <a:pathLst>
              <a:path w="1597067" h="883737">
                <a:moveTo>
                  <a:pt x="0" y="0"/>
                </a:moveTo>
                <a:lnTo>
                  <a:pt x="1597067" y="0"/>
                </a:lnTo>
                <a:lnTo>
                  <a:pt x="1597067" y="883737"/>
                </a:lnTo>
                <a:lnTo>
                  <a:pt x="0" y="883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857304" y="4466590"/>
            <a:ext cx="9239696" cy="1161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379"/>
              </a:lnSpc>
              <a:spcBef>
                <a:spcPct val="0"/>
              </a:spcBef>
            </a:pPr>
            <a:r>
              <a:rPr lang="en-US" sz="6699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Dúvidas</a:t>
            </a:r>
            <a:r>
              <a:rPr lang="en-US" sz="66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e </a:t>
            </a:r>
            <a:r>
              <a:rPr lang="en-US" sz="6699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Questões</a:t>
            </a:r>
            <a:endParaRPr lang="en-US" sz="6699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4857304" y="5653723"/>
            <a:ext cx="8522550" cy="0"/>
          </a:xfrm>
          <a:prstGeom prst="line">
            <a:avLst/>
          </a:prstGeom>
          <a:ln w="85725" cap="rnd">
            <a:solidFill>
              <a:srgbClr val="A2C2E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5" name="Freeform 5"/>
          <p:cNvSpPr/>
          <p:nvPr/>
        </p:nvSpPr>
        <p:spPr>
          <a:xfrm>
            <a:off x="619029" y="675132"/>
            <a:ext cx="3966918" cy="707136"/>
          </a:xfrm>
          <a:custGeom>
            <a:avLst/>
            <a:gdLst/>
            <a:ahLst/>
            <a:cxnLst/>
            <a:rect l="l" t="t" r="r" b="b"/>
            <a:pathLst>
              <a:path w="3966918" h="707136">
                <a:moveTo>
                  <a:pt x="0" y="0"/>
                </a:moveTo>
                <a:lnTo>
                  <a:pt x="3966918" y="0"/>
                </a:lnTo>
                <a:lnTo>
                  <a:pt x="3966918" y="707136"/>
                </a:lnTo>
                <a:lnTo>
                  <a:pt x="0" y="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581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6" name="AutoShape 6"/>
          <p:cNvSpPr/>
          <p:nvPr/>
        </p:nvSpPr>
        <p:spPr>
          <a:xfrm>
            <a:off x="5255282" y="6000939"/>
            <a:ext cx="7777437" cy="0"/>
          </a:xfrm>
          <a:prstGeom prst="line">
            <a:avLst/>
          </a:prstGeom>
          <a:ln w="85725" cap="rnd">
            <a:solidFill>
              <a:srgbClr val="DAAA1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7" name="Freeform 7"/>
          <p:cNvSpPr/>
          <p:nvPr/>
        </p:nvSpPr>
        <p:spPr>
          <a:xfrm>
            <a:off x="15662233" y="675132"/>
            <a:ext cx="1597067" cy="883737"/>
          </a:xfrm>
          <a:custGeom>
            <a:avLst/>
            <a:gdLst/>
            <a:ahLst/>
            <a:cxnLst/>
            <a:rect l="l" t="t" r="r" b="b"/>
            <a:pathLst>
              <a:path w="1597067" h="883737">
                <a:moveTo>
                  <a:pt x="0" y="0"/>
                </a:moveTo>
                <a:lnTo>
                  <a:pt x="1597067" y="0"/>
                </a:lnTo>
                <a:lnTo>
                  <a:pt x="1597067" y="883737"/>
                </a:lnTo>
                <a:lnTo>
                  <a:pt x="0" y="883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127</Words>
  <Application>Microsoft Office PowerPoint</Application>
  <PresentationFormat>Personalizados</PresentationFormat>
  <Paragraphs>51</Paragraphs>
  <Slides>8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8</vt:i4>
      </vt:variant>
    </vt:vector>
  </HeadingPairs>
  <TitlesOfParts>
    <vt:vector size="15" baseType="lpstr">
      <vt:lpstr>Arial</vt:lpstr>
      <vt:lpstr>Open Sans 1</vt:lpstr>
      <vt:lpstr>Open Sans 2</vt:lpstr>
      <vt:lpstr>League Spartan</vt:lpstr>
      <vt:lpstr>Calibri</vt:lpstr>
      <vt:lpstr>Open Sans 1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O cantinho do Stootchy</dc:title>
  <cp:lastModifiedBy>Diogo Azevedo</cp:lastModifiedBy>
  <cp:revision>3</cp:revision>
  <dcterms:created xsi:type="dcterms:W3CDTF">2006-08-16T00:00:00Z</dcterms:created>
  <dcterms:modified xsi:type="dcterms:W3CDTF">2026-04-19T20:00:59Z</dcterms:modified>
  <dc:identifier>DAHEs2Lq9JY</dc:identifier>
</cp:coreProperties>
</file>