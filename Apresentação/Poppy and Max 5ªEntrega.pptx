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League Spartan" panose="020B0604020202020204" charset="0"/>
      <p:regular r:id="rId11"/>
    </p:embeddedFont>
    <p:embeddedFont>
      <p:font typeface="Open Sans 1" panose="020B0604020202020204" charset="0"/>
      <p:regular r:id="rId12"/>
    </p:embeddedFont>
    <p:embeddedFont>
      <p:font typeface="Open Sans 1 Bold" panose="020B0604020202020204" charset="0"/>
      <p:regular r:id="rId13"/>
    </p:embeddedFont>
    <p:embeddedFont>
      <p:font typeface="Open Sans 2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6142" y="6822041"/>
            <a:ext cx="4750268" cy="317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endParaRPr/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2025178491- Afonso Teixeira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2025182402 - Diogo Azevedo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2025115671 - Francisco Martins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2025163132 - Gonçalo Estrelado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2025140801 - Hugo Giroto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2016112775 - Rúben Reis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55285" y="433524"/>
            <a:ext cx="6230491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Tesp Desenvolvimento Web e Multimédia 21/05/2026</a:t>
            </a:r>
          </a:p>
          <a:p>
            <a:pPr algn="r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067022" y="3994204"/>
            <a:ext cx="4153957" cy="2298591"/>
          </a:xfrm>
          <a:custGeom>
            <a:avLst/>
            <a:gdLst/>
            <a:ahLst/>
            <a:cxnLst/>
            <a:rect l="l" t="t" r="r" b="b"/>
            <a:pathLst>
              <a:path w="4153957" h="2298591">
                <a:moveTo>
                  <a:pt x="0" y="0"/>
                </a:moveTo>
                <a:lnTo>
                  <a:pt x="4153956" y="0"/>
                </a:lnTo>
                <a:lnTo>
                  <a:pt x="4153956" y="2298592"/>
                </a:lnTo>
                <a:lnTo>
                  <a:pt x="0" y="2298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9144000" y="1965021"/>
            <a:ext cx="214547" cy="6356958"/>
          </a:xfrm>
          <a:custGeom>
            <a:avLst/>
            <a:gdLst/>
            <a:ahLst/>
            <a:cxnLst/>
            <a:rect l="l" t="t" r="r" b="b"/>
            <a:pathLst>
              <a:path w="214547" h="6356958">
                <a:moveTo>
                  <a:pt x="0" y="0"/>
                </a:moveTo>
                <a:lnTo>
                  <a:pt x="214547" y="0"/>
                </a:lnTo>
                <a:lnTo>
                  <a:pt x="2145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53000" y="4723130"/>
            <a:ext cx="2316047" cy="755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Agenda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168920" y="3821456"/>
            <a:ext cx="4847132" cy="546735"/>
            <a:chOff x="0" y="0"/>
            <a:chExt cx="6462843" cy="728980"/>
          </a:xfrm>
        </p:grpSpPr>
        <p:sp>
          <p:nvSpPr>
            <p:cNvPr id="7" name="TextBox 7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11344" y="87631"/>
              <a:ext cx="5551499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Flyer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68920" y="2451182"/>
            <a:ext cx="3847383" cy="871537"/>
            <a:chOff x="0" y="0"/>
            <a:chExt cx="5129844" cy="116205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1344" y="87631"/>
              <a:ext cx="4218500" cy="10744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Planeamento e atribuição de tarefas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68920" y="6157967"/>
            <a:ext cx="3588723" cy="871537"/>
            <a:chOff x="0" y="0"/>
            <a:chExt cx="4784963" cy="116205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1344" y="87631"/>
              <a:ext cx="3873619" cy="10744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Login/Listagem de utilizadores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68920" y="7323827"/>
            <a:ext cx="2727902" cy="871537"/>
            <a:chOff x="0" y="0"/>
            <a:chExt cx="3637203" cy="116205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1344" y="87631"/>
              <a:ext cx="2725859" cy="10744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Backoffice e frontoffice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9" name="Group 19"/>
          <p:cNvGrpSpPr/>
          <p:nvPr/>
        </p:nvGrpSpPr>
        <p:grpSpPr>
          <a:xfrm>
            <a:off x="10168920" y="4989711"/>
            <a:ext cx="3127397" cy="546735"/>
            <a:chOff x="0" y="0"/>
            <a:chExt cx="4169863" cy="72898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1344" y="87631"/>
              <a:ext cx="3258519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Base de dados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10000" y="2102022"/>
            <a:ext cx="10426080" cy="755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Planeamento</a:t>
            </a:r>
            <a:r>
              <a:rPr lang="en-US" sz="4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e </a:t>
            </a:r>
            <a:r>
              <a:rPr lang="en-US" sz="4400" b="1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atribuição</a:t>
            </a:r>
            <a:r>
              <a:rPr lang="en-US" sz="4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 </a:t>
            </a:r>
            <a:r>
              <a:rPr lang="en-US" sz="4400" b="1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tarefas</a:t>
            </a:r>
            <a:endParaRPr lang="en-US" sz="4400" b="1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3412827" y="3149819"/>
            <a:ext cx="11462346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grpSp>
        <p:nvGrpSpPr>
          <p:cNvPr id="6" name="Group 6"/>
          <p:cNvGrpSpPr/>
          <p:nvPr/>
        </p:nvGrpSpPr>
        <p:grpSpPr>
          <a:xfrm>
            <a:off x="1526523" y="3440331"/>
            <a:ext cx="4705544" cy="2658562"/>
            <a:chOff x="0" y="0"/>
            <a:chExt cx="6274059" cy="3544749"/>
          </a:xfrm>
        </p:grpSpPr>
        <p:sp>
          <p:nvSpPr>
            <p:cNvPr id="7" name="TextBox 7"/>
            <p:cNvSpPr txBox="1"/>
            <p:nvPr/>
          </p:nvSpPr>
          <p:spPr>
            <a:xfrm>
              <a:off x="1684024" y="-66675"/>
              <a:ext cx="2663195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Afonso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40826"/>
              <a:ext cx="6274059" cy="2603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Formulário de inserir dados numa tabela, Formulario de inserir / alterar / apagar utilizadores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0" name="Group 10"/>
          <p:cNvGrpSpPr/>
          <p:nvPr/>
        </p:nvGrpSpPr>
        <p:grpSpPr>
          <a:xfrm>
            <a:off x="6609414" y="3440331"/>
            <a:ext cx="4778039" cy="2658562"/>
            <a:chOff x="0" y="0"/>
            <a:chExt cx="6370718" cy="3544749"/>
          </a:xfrm>
        </p:grpSpPr>
        <p:sp>
          <p:nvSpPr>
            <p:cNvPr id="11" name="TextBox 11"/>
            <p:cNvSpPr txBox="1"/>
            <p:nvPr/>
          </p:nvSpPr>
          <p:spPr>
            <a:xfrm>
              <a:off x="1709968" y="-66675"/>
              <a:ext cx="2704224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Diogo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40826"/>
              <a:ext cx="6370718" cy="2603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Formulário de inserir dados numa tabela, Formulario de inserir / alterar / apagar utilizadores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768453" y="3440331"/>
            <a:ext cx="4778039" cy="2658562"/>
            <a:chOff x="0" y="0"/>
            <a:chExt cx="6370718" cy="354474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66675"/>
              <a:ext cx="6370718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Francisco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40826"/>
              <a:ext cx="6370718" cy="2603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Formulário de inserir dados numa tabela, Formulario de inserir / alterar / apagar utilizadores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6523" y="6599738"/>
            <a:ext cx="4778039" cy="2658562"/>
            <a:chOff x="0" y="0"/>
            <a:chExt cx="6370718" cy="3544749"/>
          </a:xfrm>
        </p:grpSpPr>
        <p:sp>
          <p:nvSpPr>
            <p:cNvPr id="17" name="TextBox 17"/>
            <p:cNvSpPr txBox="1"/>
            <p:nvPr/>
          </p:nvSpPr>
          <p:spPr>
            <a:xfrm>
              <a:off x="1709968" y="-66675"/>
              <a:ext cx="2704224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Gonçalo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40826"/>
              <a:ext cx="6370718" cy="2603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Formulário de inserir dados numa tabela, Formulario de inserir / alterar / apagar utilizadores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09414" y="6599738"/>
            <a:ext cx="4778039" cy="2658562"/>
            <a:chOff x="0" y="0"/>
            <a:chExt cx="6370718" cy="3544749"/>
          </a:xfrm>
        </p:grpSpPr>
        <p:sp>
          <p:nvSpPr>
            <p:cNvPr id="20" name="TextBox 20"/>
            <p:cNvSpPr txBox="1"/>
            <p:nvPr/>
          </p:nvSpPr>
          <p:spPr>
            <a:xfrm>
              <a:off x="1709968" y="-66675"/>
              <a:ext cx="2704224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Hugo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40826"/>
              <a:ext cx="6370718" cy="2603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Formulário de inserir dados numa tabela, Formulario de inserir / alterar / apagar utilizadores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768453" y="6599738"/>
            <a:ext cx="4778039" cy="2658562"/>
            <a:chOff x="0" y="0"/>
            <a:chExt cx="6370718" cy="3544749"/>
          </a:xfrm>
        </p:grpSpPr>
        <p:sp>
          <p:nvSpPr>
            <p:cNvPr id="23" name="TextBox 23"/>
            <p:cNvSpPr txBox="1"/>
            <p:nvPr/>
          </p:nvSpPr>
          <p:spPr>
            <a:xfrm>
              <a:off x="1709968" y="-66675"/>
              <a:ext cx="2704224" cy="77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Rúben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40826"/>
              <a:ext cx="6370718" cy="2603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Formulário de inserir dados numa tabela, Formulario de inserir / alterar / apagar utilizadores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AutoShape 3"/>
          <p:cNvSpPr/>
          <p:nvPr/>
        </p:nvSpPr>
        <p:spPr>
          <a:xfrm flipV="1">
            <a:off x="2233611" y="3192681"/>
            <a:ext cx="4704672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>
            <a:off x="4173537" y="4170396"/>
            <a:ext cx="3097843" cy="4394103"/>
          </a:xfrm>
          <a:custGeom>
            <a:avLst/>
            <a:gdLst/>
            <a:ahLst/>
            <a:cxnLst/>
            <a:rect l="l" t="t" r="r" b="b"/>
            <a:pathLst>
              <a:path w="3097843" h="4394103">
                <a:moveTo>
                  <a:pt x="0" y="0"/>
                </a:moveTo>
                <a:lnTo>
                  <a:pt x="3097842" y="0"/>
                </a:lnTo>
                <a:lnTo>
                  <a:pt x="3097842" y="4394103"/>
                </a:lnTo>
                <a:lnTo>
                  <a:pt x="0" y="4394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>
            <a:off x="7566654" y="4165389"/>
            <a:ext cx="3097843" cy="4394103"/>
          </a:xfrm>
          <a:custGeom>
            <a:avLst/>
            <a:gdLst/>
            <a:ahLst/>
            <a:cxnLst/>
            <a:rect l="l" t="t" r="r" b="b"/>
            <a:pathLst>
              <a:path w="3097843" h="4394103">
                <a:moveTo>
                  <a:pt x="0" y="0"/>
                </a:moveTo>
                <a:lnTo>
                  <a:pt x="3097843" y="0"/>
                </a:lnTo>
                <a:lnTo>
                  <a:pt x="3097843" y="4394103"/>
                </a:lnTo>
                <a:lnTo>
                  <a:pt x="0" y="43941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TextBox 7"/>
          <p:cNvSpPr txBox="1"/>
          <p:nvPr/>
        </p:nvSpPr>
        <p:spPr>
          <a:xfrm>
            <a:off x="3757537" y="2299427"/>
            <a:ext cx="1656821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Flyers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24400" y="8478774"/>
            <a:ext cx="2025817" cy="774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382"/>
              </a:lnSpc>
              <a:spcBef>
                <a:spcPct val="0"/>
              </a:spcBef>
            </a:pPr>
            <a:r>
              <a:rPr lang="en-US" sz="4558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Afonso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81502" y="8473767"/>
            <a:ext cx="1585516" cy="77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84"/>
              </a:lnSpc>
              <a:spcBef>
                <a:spcPct val="0"/>
              </a:spcBef>
            </a:pPr>
            <a:r>
              <a:rPr lang="en-US" sz="456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Diogo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960306" y="4170396"/>
            <a:ext cx="3097843" cy="4394103"/>
          </a:xfrm>
          <a:custGeom>
            <a:avLst/>
            <a:gdLst/>
            <a:ahLst/>
            <a:cxnLst/>
            <a:rect l="l" t="t" r="r" b="b"/>
            <a:pathLst>
              <a:path w="3097843" h="4394103">
                <a:moveTo>
                  <a:pt x="0" y="0"/>
                </a:moveTo>
                <a:lnTo>
                  <a:pt x="3097843" y="0"/>
                </a:lnTo>
                <a:lnTo>
                  <a:pt x="3097843" y="4394103"/>
                </a:lnTo>
                <a:lnTo>
                  <a:pt x="0" y="43941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TextBox 12"/>
          <p:cNvSpPr txBox="1"/>
          <p:nvPr/>
        </p:nvSpPr>
        <p:spPr>
          <a:xfrm>
            <a:off x="10902622" y="8478774"/>
            <a:ext cx="2536825" cy="77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83"/>
              </a:lnSpc>
              <a:spcBef>
                <a:spcPct val="0"/>
              </a:spcBef>
            </a:pPr>
            <a:r>
              <a:rPr lang="en-US" sz="455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Francisco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AutoShape 3"/>
          <p:cNvSpPr/>
          <p:nvPr/>
        </p:nvSpPr>
        <p:spPr>
          <a:xfrm flipV="1">
            <a:off x="2233611" y="3192681"/>
            <a:ext cx="4704672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>
            <a:off x="4171752" y="4170396"/>
            <a:ext cx="3097843" cy="4394103"/>
          </a:xfrm>
          <a:custGeom>
            <a:avLst/>
            <a:gdLst/>
            <a:ahLst/>
            <a:cxnLst/>
            <a:rect l="l" t="t" r="r" b="b"/>
            <a:pathLst>
              <a:path w="3097843" h="4394103">
                <a:moveTo>
                  <a:pt x="0" y="0"/>
                </a:moveTo>
                <a:lnTo>
                  <a:pt x="3097843" y="0"/>
                </a:lnTo>
                <a:lnTo>
                  <a:pt x="3097843" y="4394103"/>
                </a:lnTo>
                <a:lnTo>
                  <a:pt x="0" y="4394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>
            <a:off x="7561011" y="4170396"/>
            <a:ext cx="3097843" cy="4394103"/>
          </a:xfrm>
          <a:custGeom>
            <a:avLst/>
            <a:gdLst/>
            <a:ahLst/>
            <a:cxnLst/>
            <a:rect l="l" t="t" r="r" b="b"/>
            <a:pathLst>
              <a:path w="3097843" h="4394103">
                <a:moveTo>
                  <a:pt x="0" y="0"/>
                </a:moveTo>
                <a:lnTo>
                  <a:pt x="3097843" y="0"/>
                </a:lnTo>
                <a:lnTo>
                  <a:pt x="3097843" y="4394103"/>
                </a:lnTo>
                <a:lnTo>
                  <a:pt x="0" y="43941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1007420" y="4170396"/>
            <a:ext cx="3108828" cy="4394103"/>
          </a:xfrm>
          <a:custGeom>
            <a:avLst/>
            <a:gdLst/>
            <a:ahLst/>
            <a:cxnLst/>
            <a:rect l="l" t="t" r="r" b="b"/>
            <a:pathLst>
              <a:path w="3108828" h="4394103">
                <a:moveTo>
                  <a:pt x="0" y="0"/>
                </a:moveTo>
                <a:lnTo>
                  <a:pt x="3108828" y="0"/>
                </a:lnTo>
                <a:lnTo>
                  <a:pt x="3108828" y="4394103"/>
                </a:lnTo>
                <a:lnTo>
                  <a:pt x="0" y="43941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TextBox 8"/>
          <p:cNvSpPr txBox="1"/>
          <p:nvPr/>
        </p:nvSpPr>
        <p:spPr>
          <a:xfrm>
            <a:off x="3757537" y="2299427"/>
            <a:ext cx="1656821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Flyers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10217" y="8478774"/>
            <a:ext cx="2220913" cy="77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83"/>
              </a:lnSpc>
              <a:spcBef>
                <a:spcPct val="0"/>
              </a:spcBef>
            </a:pPr>
            <a:r>
              <a:rPr lang="en-US" sz="455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Gonçalo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5040" y="8478774"/>
            <a:ext cx="1449784" cy="77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83"/>
              </a:lnSpc>
              <a:spcBef>
                <a:spcPct val="0"/>
              </a:spcBef>
            </a:pPr>
            <a:r>
              <a:rPr lang="en-US" sz="455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Hugo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87452" y="8478774"/>
            <a:ext cx="1748764" cy="77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83"/>
              </a:lnSpc>
              <a:spcBef>
                <a:spcPct val="0"/>
              </a:spcBef>
            </a:pPr>
            <a:r>
              <a:rPr lang="en-US" sz="455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Rúben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67400" y="4509452"/>
            <a:ext cx="6454445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Base de dados</a:t>
            </a:r>
          </a:p>
        </p:txBody>
      </p:sp>
      <p:sp>
        <p:nvSpPr>
          <p:cNvPr id="6" name="AutoShape 6"/>
          <p:cNvSpPr/>
          <p:nvPr/>
        </p:nvSpPr>
        <p:spPr>
          <a:xfrm>
            <a:off x="4882725" y="5696585"/>
            <a:ext cx="8522550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7" name="AutoShape 7"/>
          <p:cNvSpPr/>
          <p:nvPr/>
        </p:nvSpPr>
        <p:spPr>
          <a:xfrm>
            <a:off x="5255282" y="6000939"/>
            <a:ext cx="7777437" cy="0"/>
          </a:xfrm>
          <a:prstGeom prst="line">
            <a:avLst/>
          </a:prstGeom>
          <a:ln w="85725" cap="rnd">
            <a:solidFill>
              <a:srgbClr val="DAAA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05000" y="4509452"/>
            <a:ext cx="14097000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Login/</a:t>
            </a: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Listagem</a:t>
            </a:r>
            <a:r>
              <a:rPr lang="en-US" sz="66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</a:t>
            </a: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utilizadores</a:t>
            </a:r>
            <a:endParaRPr lang="en-US" sz="66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705640" y="5653723"/>
            <a:ext cx="15016289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5" name="AutoShape 5"/>
          <p:cNvSpPr/>
          <p:nvPr/>
        </p:nvSpPr>
        <p:spPr>
          <a:xfrm flipV="1">
            <a:off x="2286000" y="6000939"/>
            <a:ext cx="13716000" cy="0"/>
          </a:xfrm>
          <a:prstGeom prst="line">
            <a:avLst/>
          </a:prstGeom>
          <a:ln w="85725" cap="rnd">
            <a:solidFill>
              <a:srgbClr val="DAAA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95034" y="4509452"/>
            <a:ext cx="10697932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Backoffice e </a:t>
            </a: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frontoffice</a:t>
            </a:r>
            <a:endParaRPr lang="en-US" sz="66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795034" y="5653723"/>
            <a:ext cx="10715985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5" name="AutoShape 5"/>
          <p:cNvSpPr/>
          <p:nvPr/>
        </p:nvSpPr>
        <p:spPr>
          <a:xfrm flipV="1">
            <a:off x="4133519" y="6000939"/>
            <a:ext cx="10020962" cy="0"/>
          </a:xfrm>
          <a:prstGeom prst="line">
            <a:avLst/>
          </a:prstGeom>
          <a:ln w="85725" cap="rnd">
            <a:solidFill>
              <a:srgbClr val="DAAA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24400" y="4466590"/>
            <a:ext cx="8706297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Dúvidas e Questões</a:t>
            </a:r>
          </a:p>
        </p:txBody>
      </p:sp>
      <p:sp>
        <p:nvSpPr>
          <p:cNvPr id="4" name="AutoShape 4"/>
          <p:cNvSpPr/>
          <p:nvPr/>
        </p:nvSpPr>
        <p:spPr>
          <a:xfrm>
            <a:off x="4857304" y="5653723"/>
            <a:ext cx="8522550" cy="0"/>
          </a:xfrm>
          <a:prstGeom prst="line">
            <a:avLst/>
          </a:prstGeom>
          <a:ln w="85725" cap="rnd">
            <a:solidFill>
              <a:srgbClr val="A2C2E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>
            <a:off x="619029" y="675132"/>
            <a:ext cx="3966918" cy="707136"/>
          </a:xfrm>
          <a:custGeom>
            <a:avLst/>
            <a:gdLst/>
            <a:ahLst/>
            <a:cxnLst/>
            <a:rect l="l" t="t" r="r" b="b"/>
            <a:pathLst>
              <a:path w="3966918" h="707136">
                <a:moveTo>
                  <a:pt x="0" y="0"/>
                </a:moveTo>
                <a:lnTo>
                  <a:pt x="3966918" y="0"/>
                </a:lnTo>
                <a:lnTo>
                  <a:pt x="3966918" y="707136"/>
                </a:lnTo>
                <a:lnTo>
                  <a:pt x="0" y="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81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AutoShape 6"/>
          <p:cNvSpPr/>
          <p:nvPr/>
        </p:nvSpPr>
        <p:spPr>
          <a:xfrm>
            <a:off x="5255282" y="6000939"/>
            <a:ext cx="7777437" cy="0"/>
          </a:xfrm>
          <a:prstGeom prst="line">
            <a:avLst/>
          </a:prstGeom>
          <a:ln w="85725" cap="rnd">
            <a:solidFill>
              <a:srgbClr val="DAAA1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5662233" y="675132"/>
            <a:ext cx="1597067" cy="883737"/>
          </a:xfrm>
          <a:custGeom>
            <a:avLst/>
            <a:gdLst/>
            <a:ahLst/>
            <a:cxnLst/>
            <a:rect l="l" t="t" r="r" b="b"/>
            <a:pathLst>
              <a:path w="1597067" h="883737">
                <a:moveTo>
                  <a:pt x="0" y="0"/>
                </a:moveTo>
                <a:lnTo>
                  <a:pt x="1597067" y="0"/>
                </a:lnTo>
                <a:lnTo>
                  <a:pt x="1597067" y="883737"/>
                </a:lnTo>
                <a:lnTo>
                  <a:pt x="0" y="88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184</Words>
  <Application>Microsoft Office PowerPoint</Application>
  <PresentationFormat>Personalizados</PresentationFormat>
  <Paragraphs>53</Paragraphs>
  <Slides>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6" baseType="lpstr">
      <vt:lpstr>Open Sans 2</vt:lpstr>
      <vt:lpstr>Open Sans 1</vt:lpstr>
      <vt:lpstr>League Spartan</vt:lpstr>
      <vt:lpstr>Open Sans 1 Bold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O cantinho do Stootchy</dc:title>
  <cp:lastModifiedBy>Diogo Azevedo</cp:lastModifiedBy>
  <cp:revision>3</cp:revision>
  <dcterms:created xsi:type="dcterms:W3CDTF">2006-08-16T00:00:00Z</dcterms:created>
  <dcterms:modified xsi:type="dcterms:W3CDTF">2026-05-20T20:41:17Z</dcterms:modified>
  <dc:identifier>DAHEs2Lq9JY</dc:identifier>
</cp:coreProperties>
</file>